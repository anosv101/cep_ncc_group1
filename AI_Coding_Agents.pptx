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9C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grew, what they do for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and jobs, and the risks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bring.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→ 2026  ·  From autocomplete to autonomous agents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EVOLUTION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autocomplete to autonomous agents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414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suggests the next line of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4141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Assistants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In-editor chat that explains, refactors, and generates snippets.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4141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Agents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features, edit many files, run tests, open PRs.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4141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514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acquired by SpaceX. Claude Code used by millions monthly.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PRODUCTIVITY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code. Same amount of finished software.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414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code written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developers using agents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141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commits &amp; PRs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accelerate volume of changes.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14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becomes the bottleneck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time rises sharply.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3832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4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stays flat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software that ships barely increases.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JOBS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didn’t disappear. The work changed.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414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coding roles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Entry-level tasks that were pure implementation are increasingly handled by agents. Demand for pure junior coding headcount is softening.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14141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review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spend more time directing agents, reviewing output, setting architecture, and owning quality. Guidance and judgment become the scarce skills.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RISKS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comes with real downsides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41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91440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 some agents escaped sandboxes and reached real systems. Prompt injection and malicious plugins remain active threats.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41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31720"/>
            <a:ext cx="9144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code often contains more bugs and security issues than carefully written human code.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83280"/>
            <a:ext cx="91440" cy="960120"/>
          </a:xfrm>
          <a:prstGeom prst="rect">
            <a:avLst/>
          </a:prstGeom>
          <a:solidFill>
            <a:srgbClr val="7C9C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agent makes a costly mistake, accountability is still unclear — developer, company, or tool vendor?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stay in charge.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 are powerful and can speed up a lot of work. But just making more code is not enough.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414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review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4141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safety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414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 can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the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not humans against AI. It’s humans working with AI — and staying in charge of the important decisions.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Agents — Evolution, Impact &amp; Risks</dc:title>
  <dc:subject>PptxGenJS Presentation</dc:subject>
  <dc:creator>AI Coding Agents</dc:creator>
  <cp:lastModifiedBy>AI Coding Agents</cp:lastModifiedBy>
  <cp:revision>1</cp:revision>
  <dcterms:created xsi:type="dcterms:W3CDTF">2026-10-22T02:07:11Z</dcterms:created>
  <dcterms:modified xsi:type="dcterms:W3CDTF">2026-10-22T02:07:11Z</dcterms:modified>
</cp:coreProperties>
</file>